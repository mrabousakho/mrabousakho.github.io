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 open. Greenfield Logistics, 4 July 2026. One workstation, one weaponized AI tool, and by end of day the whole domain was gone. 13 stages, every finding from the telemetry.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rules: two workspaces — SilentCorridor for the spine, Cyber-Range for the crown jewels. Three habits: scope, discover schema, confirm before concluding.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C01 // Scope &amp; Triage. Shrink a loud, multi-day console: which tables hold evidence, the earliest alert, each host's IP, and Defender's technique hints.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C02 // Initial Access. Find the first malicious execution — and its PARENT. The parent names the entry vector.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C03 // Execution. Understand what ran: a fileless loader that lived entirely in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C04 // Persistence. Enumerate every foothold — miss one and the attacker walks right back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C05 // Privilege Escalation. Escalation here was identity, not exploit: SYSTEM → domain admin → (later) Golden Ticket.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C06 // Defence Evasion. How they stayed quiet: what they switched off, obfuscated, and disguised.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C07 // Credential Access. The stage that turned one box into the whole domain. Cross to Cyber-Range for the DC dump.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C08 // Discovery. Their recon is our map — it revealed hosts we weren't even told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C09 // Lateral Movement. Authentication is the spine. Failures-then-a-success = a spray landing.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C10 // Command &amp; Control. Every channel used to command the estate. Trick: filter by the talking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C11 // Collection &amp; Exfiltration. A verb chain: gather → stage → archive → upload. The upload makes it a breach.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C12 // Impact Assessment. The business truth: a forged krbtgt ticket = the whole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C13 // Close the Case. Convert findings into action — and hand the defender reusable detections.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rotate krbtgt twice, rebuild, reset, evict, fix the AI-summariser root cause. The logs told the story — we just read them in the right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◈ LIVEHUNT 12  //  GF-INC-2026-0704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164592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a
</a:t>
            </a:r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39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Breach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Logistics · 4 July 2026 · Hands-on-keyboard intrusion → full Active Directory compromise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narrated, stage-by-stage reconstruction in Microsoft Sentinel &amp; KQL — from a weaponized AI tool to a forged Golden Ticket. 13 cards · every finding cited to the telemetry.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by Aboubacar Sakho · DFIR / Threat-Hunt Analyst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spd="med" p14:dur="700" advClick="1" advTm="8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 </a:t>
            </a:r>
            <a:pPr indent="0" marL="0">
              <a:buNone/>
            </a:pPr>
            <a:r>
              <a:rPr lang="en-US" sz="2600" b="1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Methodology — Two Workspaces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workspace tells the whole story. Build the spine in one; confirm the crown jewels in the other.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920240"/>
          </a:xfrm>
          <a:prstGeom prst="roundRect">
            <a:avLst>
              <a:gd name="adj" fmla="val 2857"/>
            </a:avLst>
          </a:prstGeom>
          <a:solidFill>
            <a:srgbClr val="0E1B2A"/>
          </a:solidFill>
          <a:ln w="15875">
            <a:solidFill>
              <a:srgbClr val="39D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LAW-SilentCorridor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 · process, auth, network, DNS, registry, pipe.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SPINE of the timeline.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486400" cy="1920240"/>
          </a:xfrm>
          <a:prstGeom prst="roundRect">
            <a:avLst>
              <a:gd name="adj" fmla="val 2857"/>
            </a:avLst>
          </a:prstGeom>
          <a:solidFill>
            <a:srgbClr val="0E1B2A"/>
          </a:solidFill>
          <a:ln w="15875">
            <a:solidFill>
              <a:srgbClr val="7CFF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LAW-Cyber-Range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29400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XDR / MDE + Identity events.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3200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Cred-theft · DCSync · Golden Ticket · exfil.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069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HABITS THAT CARRIED THE HUNT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0C1826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25880" y="4617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4983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— 3 hosts, incident window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43400" y="448056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0C1826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120640" y="4617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20640" y="4983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— getschema, never assume fields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38160" y="448056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0C1826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915400" y="4617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915400" y="4983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conclude — churn ≠ intrusion</a:t>
            </a:r>
            <a:endParaRPr lang="en-US" sz="1250" dirty="0"/>
          </a:p>
        </p:txBody>
      </p:sp>
    </p:spTree>
  </p:cSld>
  <p:clrMapOvr>
    <a:masterClrMapping/>
  </p:clrMapOvr>
  <p:transition xmlns:p14="http://schemas.microsoft.com/office/powerpoint/2010/main" spd="med" p14:dur="700" advClick="1" advTm="9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 w="12700">
            <a:solidFill>
              <a:srgbClr val="1E32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109728" cy="914400"/>
          </a:xfrm>
          <a:prstGeom prst="roundRect">
            <a:avLst/>
          </a:prstGeom>
          <a:solidFill>
            <a:srgbClr val="FF5C6C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  </a:t>
            </a:r>
            <a:pPr algn="l" indent="0" marL="0">
              <a:buNone/>
            </a:pPr>
            <a:r>
              <a:rPr lang="en-US" sz="2600" b="1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Scope &amp; Triage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TA-TRIAGE · discovery · alert reduction · asset mapping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a loud, multi-day console: which tables hold evidence, the earliest alert, each host's IP, and Defender's technique hints.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KQL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6309360" cy="3703320"/>
          </a:xfrm>
          <a:prstGeom prst="roundRect">
            <a:avLst>
              <a:gd name="adj" fmla="val 1235"/>
            </a:avLst>
          </a:prstGeom>
          <a:solidFill>
            <a:srgbClr val="05090F"/>
          </a:solidFill>
          <a:ln w="12700">
            <a:solidFill>
              <a:srgbClr val="7CFF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9424"/>
            <a:ext cx="6309360" cy="310896"/>
          </a:xfrm>
          <a:prstGeom prst="roundRect">
            <a:avLst>
              <a:gd name="adj" fmla="val 14706"/>
            </a:avLst>
          </a:prstGeom>
          <a:solidFill>
            <a:srgbClr val="0A152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34086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34086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234086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2494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— kql — hunt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69748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"GF-WS01" or "GF-SRV01" or "GF-DC01"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TimeGenerated between (10:00..03:00)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summarize count() by Table=$table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sort by count_ desc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WHAT THE TELEMETRY SHOWED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286000"/>
            <a:ext cx="82296" cy="1060704"/>
          </a:xfrm>
          <a:prstGeom prst="rect">
            <a:avLst/>
          </a:prstGeom>
          <a:solidFill>
            <a:srgbClr val="39D0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395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map from telemetry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2788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WS01=.133 · SRV01=.169 · DC01=.150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493008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493008"/>
            <a:ext cx="82296" cy="1060704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36027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IP 10.1.0.120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99592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5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its own device = operator box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4700016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4700016"/>
            <a:ext cx="82296" cy="1060704"/>
          </a:xfrm>
          <a:prstGeom prst="rect">
            <a:avLst/>
          </a:prstGeom>
          <a:solidFill>
            <a:srgbClr val="7CFF9B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4809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pre-named the end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52029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AdaptixC2 · Impacket · Golden Ticket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11304A"/>
          </a:solidFill>
          <a:ln w="19050">
            <a:solidFill>
              <a:srgbClr val="39D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3031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031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0342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42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76534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76534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4964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964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2757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2757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95868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5868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68979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8979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4209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209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15202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5202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8831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831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06142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6142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34536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34536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700" advClick="1" advTm="11000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 w="12700">
            <a:solidFill>
              <a:srgbClr val="1E32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109728" cy="914400"/>
          </a:xfrm>
          <a:prstGeom prst="roundRect">
            <a:avLst/>
          </a:prstGeom>
          <a:solidFill>
            <a:srgbClr val="FF5C6C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  </a:t>
            </a:r>
            <a:pPr algn="l" indent="0" marL="0">
              <a:buNone/>
            </a:pPr>
            <a:r>
              <a:rPr lang="en-US" sz="2600" b="1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Initial Access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TA0001 · T1566 / T1059 — AI-tool abuse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first malicious execution — and its PARENT. The parent names the entry vector.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KQL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6309360" cy="3703320"/>
          </a:xfrm>
          <a:prstGeom prst="roundRect">
            <a:avLst>
              <a:gd name="adj" fmla="val 1235"/>
            </a:avLst>
          </a:prstGeom>
          <a:solidFill>
            <a:srgbClr val="05090F"/>
          </a:solidFill>
          <a:ln w="12700">
            <a:solidFill>
              <a:srgbClr val="7CFF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9424"/>
            <a:ext cx="6309360" cy="310896"/>
          </a:xfrm>
          <a:prstGeom prst="roundRect">
            <a:avLst>
              <a:gd name="adj" fmla="val 14706"/>
            </a:avLst>
          </a:prstGeom>
          <a:solidFill>
            <a:srgbClr val="0A152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34086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34086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234086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2494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— kql — hunt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69748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WindowsProcess_CL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DvcHostname has "GF-WS01"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ActingProcessFilePath has "python.exe"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project TimeGenerated, TargetProcessCommandLine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WHAT THE TELEMETRY SHOWED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286000"/>
            <a:ext cx="82296" cy="1060704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395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= python.exe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2788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5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AI page-summariser, command-injected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493008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493008"/>
            <a:ext cx="82296" cy="1060704"/>
          </a:xfrm>
          <a:prstGeom prst="rect">
            <a:avLst/>
          </a:prstGeom>
          <a:solidFill>
            <a:srgbClr val="FFCB6B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36027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AMSI-bypass PowerShell loader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99592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cdn.cloud-endpoint.net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4700016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4700016"/>
            <a:ext cx="82296" cy="1060704"/>
          </a:xfrm>
          <a:prstGeom prst="rect">
            <a:avLst/>
          </a:prstGeom>
          <a:solidFill>
            <a:srgbClr val="39D0FF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4809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phish, not a CVE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52029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trusted AI tool, weaponized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3031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11304A"/>
          </a:solidFill>
          <a:ln w="19050">
            <a:solidFill>
              <a:srgbClr val="39D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031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0342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42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76534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76534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4964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964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2757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2757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95868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5868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68979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8979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4209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209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15202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5202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8831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831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06142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6142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34536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34536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700" advClick="1" advTm="11000">
    <p:cover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 w="12700">
            <a:solidFill>
              <a:srgbClr val="1E32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109728" cy="914400"/>
          </a:xfrm>
          <a:prstGeom prst="roundRect">
            <a:avLst/>
          </a:prstGeom>
          <a:solidFill>
            <a:srgbClr val="FF5C6C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  </a:t>
            </a:r>
            <a:pPr algn="l" indent="0" marL="0">
              <a:buNone/>
            </a:pPr>
            <a:r>
              <a:rPr lang="en-US" sz="2600" b="1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Execution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TA0002 · T1059.001 PowerShell · T1055 Injection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ran: a fileless loader that lived entirely in memory.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KQL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6309360" cy="3703320"/>
          </a:xfrm>
          <a:prstGeom prst="roundRect">
            <a:avLst>
              <a:gd name="adj" fmla="val 1235"/>
            </a:avLst>
          </a:prstGeom>
          <a:solidFill>
            <a:srgbClr val="05090F"/>
          </a:solidFill>
          <a:ln w="12700">
            <a:solidFill>
              <a:srgbClr val="7CFF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9424"/>
            <a:ext cx="6309360" cy="310896"/>
          </a:xfrm>
          <a:prstGeom prst="roundRect">
            <a:avLst>
              <a:gd name="adj" fmla="val 14706"/>
            </a:avLst>
          </a:prstGeom>
          <a:solidFill>
            <a:srgbClr val="0A152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34086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34086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234086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2494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— kql — hunt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69748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amsiInitFailed = $true        # AMSI off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$enc = DownloadData(.../update)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$sc  = $enc -bxor 0x4A         # decode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Add-Type '[DllImport(...)]'    # inject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WHAT THE TELEMETRY SHOWED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286000"/>
            <a:ext cx="82296" cy="1060704"/>
          </a:xfrm>
          <a:prstGeom prst="rect">
            <a:avLst/>
          </a:prstGeom>
          <a:solidFill>
            <a:srgbClr val="39D0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395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Fileless chain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2788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disable AMSI → download → XOR → inject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493008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493008"/>
            <a:ext cx="82296" cy="1060704"/>
          </a:xfrm>
          <a:prstGeom prst="rect">
            <a:avLst/>
          </a:prstGeom>
          <a:solidFill>
            <a:srgbClr val="FFCB6B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36027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stage via certutil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99592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C:\Windows\Temp\svchost_upd.exe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4700016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4700016"/>
            <a:ext cx="82296" cy="1060704"/>
          </a:xfrm>
          <a:prstGeom prst="rect">
            <a:avLst/>
          </a:prstGeom>
          <a:solidFill>
            <a:srgbClr val="7CFF9B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4809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named by Defender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52029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AdaptixC2 — nothing on disk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3031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031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0342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11304A"/>
          </a:solidFill>
          <a:ln w="19050">
            <a:solidFill>
              <a:srgbClr val="39D0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42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76534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76534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4964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964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2757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2757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95868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5868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68979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8979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4209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209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15202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5202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8831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831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06142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6142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34536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34536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700" advClick="1" advTm="11000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 w="12700">
            <a:solidFill>
              <a:srgbClr val="1E32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109728" cy="914400"/>
          </a:xfrm>
          <a:prstGeom prst="roundRect">
            <a:avLst/>
          </a:prstGeom>
          <a:solidFill>
            <a:srgbClr val="FF5C6C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C04  </a:t>
            </a:r>
            <a:pPr algn="l" indent="0" marL="0">
              <a:buNone/>
            </a:pPr>
            <a:r>
              <a:rPr lang="en-US" sz="2600" b="1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Persistence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TA0003 · T1053 Task · T1547 Run Key · T1543 Service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every foothold — miss one and the attacker walks right back in.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KQL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6309360" cy="3703320"/>
          </a:xfrm>
          <a:prstGeom prst="roundRect">
            <a:avLst>
              <a:gd name="adj" fmla="val 1235"/>
            </a:avLst>
          </a:prstGeom>
          <a:solidFill>
            <a:srgbClr val="05090F"/>
          </a:solidFill>
          <a:ln w="12700">
            <a:solidFill>
              <a:srgbClr val="7CFF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9424"/>
            <a:ext cx="6309360" cy="310896"/>
          </a:xfrm>
          <a:prstGeom prst="roundRect">
            <a:avLst>
              <a:gd name="adj" fmla="val 14706"/>
            </a:avLst>
          </a:prstGeom>
          <a:solidFill>
            <a:srgbClr val="0A152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34086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34086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234086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2494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— kql — hunt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69748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WindowsProcess_CL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DvcHostname has "GF-WS01"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TargetProcessCommandLine has_any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("schtasks","reg add","sc ")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WHAT THE TELEMETRY SHOWED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286000"/>
            <a:ext cx="82296" cy="1060704"/>
          </a:xfrm>
          <a:prstGeom prst="rect">
            <a:avLst/>
          </a:prstGeom>
          <a:solidFill>
            <a:srgbClr val="39D0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395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2788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MicrosoftHealthUpdate (SYSTEM)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493008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493008"/>
            <a:ext cx="82296" cy="1060704"/>
          </a:xfrm>
          <a:prstGeom prst="rect">
            <a:avLst/>
          </a:prstGeom>
          <a:solidFill>
            <a:srgbClr val="39D0FF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36027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key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99592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WindowsHealthService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4700016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4700016"/>
            <a:ext cx="82296" cy="1060704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4809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hijack + RAT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52029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5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GFUpdaterSvc swapped · AnyDesk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3031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031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0342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42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76534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11304A"/>
          </a:solidFill>
          <a:ln w="19050">
            <a:solidFill>
              <a:srgbClr val="39D0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76534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4964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964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2757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2757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95868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5868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68979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8979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4209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209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15202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5202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8831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831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06142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6142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34536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34536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700" advClick="1" advTm="11000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 w="12700">
            <a:solidFill>
              <a:srgbClr val="1E32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109728" cy="914400"/>
          </a:xfrm>
          <a:prstGeom prst="roundRect">
            <a:avLst/>
          </a:prstGeom>
          <a:solidFill>
            <a:srgbClr val="FF5C6C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C05  </a:t>
            </a:r>
            <a:pPr algn="l" indent="0" marL="0">
              <a:buNone/>
            </a:pPr>
            <a:r>
              <a:rPr lang="en-US" sz="2600" b="1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Privilege Escalation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TA0004 · T1078 Valid Accounts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here was identity, not exploit: SYSTEM → domain admin → (later) Golden Ticket.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KQL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6309360" cy="3703320"/>
          </a:xfrm>
          <a:prstGeom prst="roundRect">
            <a:avLst>
              <a:gd name="adj" fmla="val 1235"/>
            </a:avLst>
          </a:prstGeom>
          <a:solidFill>
            <a:srgbClr val="05090F"/>
          </a:solidFill>
          <a:ln w="12700">
            <a:solidFill>
              <a:srgbClr val="7CFF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9424"/>
            <a:ext cx="6309360" cy="310896"/>
          </a:xfrm>
          <a:prstGeom prst="roundRect">
            <a:avLst>
              <a:gd name="adj" fmla="val 14706"/>
            </a:avLst>
          </a:prstGeom>
          <a:solidFill>
            <a:srgbClr val="0A152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34086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34086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234086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2494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— kql — hunt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69748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WindowsAuth_CL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TargetUsername has "sancadmin"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summarize count() by TargetDomain,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LogonType, EventResult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WHAT THE TELEMETRY SHOWED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286000"/>
            <a:ext cx="82296" cy="1060704"/>
          </a:xfrm>
          <a:prstGeom prst="rect">
            <a:avLst/>
          </a:prstGeom>
          <a:solidFill>
            <a:srgbClr val="39D0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395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as SYSTEM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2788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 scheduled task / service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493008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493008"/>
            <a:ext cx="82296" cy="1060704"/>
          </a:xfrm>
          <a:prstGeom prst="rect">
            <a:avLst/>
          </a:prstGeom>
          <a:solidFill>
            <a:srgbClr val="FFCB6B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36027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sancadmin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99592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AND domain admin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4700016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4700016"/>
            <a:ext cx="82296" cy="1060704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4809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ceiling later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52029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5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 Ticket = unlimited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3031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031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0342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42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76534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76534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4964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11304A"/>
          </a:solidFill>
          <a:ln w="19050">
            <a:solidFill>
              <a:srgbClr val="39D0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964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2757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2757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95868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5868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68979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8979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4209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209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15202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5202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8831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831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06142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6142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34536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34536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700" advClick="1" advTm="11000">
    <p:cover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 w="12700">
            <a:solidFill>
              <a:srgbClr val="1E32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109728" cy="914400"/>
          </a:xfrm>
          <a:prstGeom prst="roundRect">
            <a:avLst/>
          </a:prstGeom>
          <a:solidFill>
            <a:srgbClr val="FF5C6C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C06  </a:t>
            </a:r>
            <a:pPr algn="l" indent="0" marL="0">
              <a:buNone/>
            </a:pPr>
            <a:r>
              <a:rPr lang="en-US" sz="2600" b="1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Defence Evasion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TA0005 · T1562 Impair · T1140 · T1036 Masquerade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stayed quiet: what they switched off, obfuscated, and disguised.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KQL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6309360" cy="3703320"/>
          </a:xfrm>
          <a:prstGeom prst="roundRect">
            <a:avLst>
              <a:gd name="adj" fmla="val 1235"/>
            </a:avLst>
          </a:prstGeom>
          <a:solidFill>
            <a:srgbClr val="05090F"/>
          </a:solidFill>
          <a:ln w="12700">
            <a:solidFill>
              <a:srgbClr val="7CFF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9424"/>
            <a:ext cx="6309360" cy="310896"/>
          </a:xfrm>
          <a:prstGeom prst="roundRect">
            <a:avLst>
              <a:gd name="adj" fmla="val 14706"/>
            </a:avLst>
          </a:prstGeom>
          <a:solidFill>
            <a:srgbClr val="0A152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34086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34086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234086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2494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— kql — hunt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69748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WindowsProcess_CL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TargetProcessCommandLine has_any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("amsiInitFailed","-bxor",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"Set-MpPreference")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WHAT THE TELEMETRY SHOWED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286000"/>
            <a:ext cx="82296" cy="1060704"/>
          </a:xfrm>
          <a:prstGeom prst="rect">
            <a:avLst/>
          </a:prstGeom>
          <a:solidFill>
            <a:srgbClr val="39D0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395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AMSI bypass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2788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amsiInitFailed=$true (×13)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493008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493008"/>
            <a:ext cx="82296" cy="1060704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36027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tamper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99592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5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FeatureDisable by GF-WS01$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4700016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4700016"/>
            <a:ext cx="82296" cy="1060704"/>
          </a:xfrm>
          <a:prstGeom prst="rect">
            <a:avLst/>
          </a:prstGeom>
          <a:solidFill>
            <a:srgbClr val="FFCB6B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4809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 + masquerade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52029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XOR 0x4A · svchost_upd.exe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3031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031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0342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42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76534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76534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4964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964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2757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11304A"/>
          </a:solidFill>
          <a:ln w="19050">
            <a:solidFill>
              <a:srgbClr val="39D0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2757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95868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5868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68979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8979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4209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209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15202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5202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8831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831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06142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6142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34536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34536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700" advClick="1" advTm="11000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 w="12700">
            <a:solidFill>
              <a:srgbClr val="1E32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109728" cy="914400"/>
          </a:xfrm>
          <a:prstGeom prst="roundRect">
            <a:avLst/>
          </a:prstGeom>
          <a:solidFill>
            <a:srgbClr val="FF5C6C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  </a:t>
            </a:r>
            <a:pPr algn="l" indent="0" marL="0">
              <a:buNone/>
            </a:pPr>
            <a:r>
              <a:rPr lang="en-US" sz="2600" b="1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Credential Access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TA0006 · T1003 OS Cred Dumping · T1552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 that turned one box into the whole domain. Cross to Cyber-Range for the DC dump.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KQL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6309360" cy="3703320"/>
          </a:xfrm>
          <a:prstGeom prst="roundRect">
            <a:avLst>
              <a:gd name="adj" fmla="val 1235"/>
            </a:avLst>
          </a:prstGeom>
          <a:solidFill>
            <a:srgbClr val="05090F"/>
          </a:solidFill>
          <a:ln w="12700">
            <a:solidFill>
              <a:srgbClr val="7CFF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9424"/>
            <a:ext cx="6309360" cy="310896"/>
          </a:xfrm>
          <a:prstGeom prst="roundRect">
            <a:avLst>
              <a:gd name="adj" fmla="val 14706"/>
            </a:avLst>
          </a:prstGeom>
          <a:solidFill>
            <a:srgbClr val="0A152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34086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34086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234086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2494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— kql — hunt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69748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WindowsProcessAccess_CL   // Cyber-Range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DvcHostname has_any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("GF-WS01","GF-DC01")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TargetProcessFilePath has "lsass"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WHAT THE TELEMETRY SHOWED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286000"/>
            <a:ext cx="82296" cy="1060704"/>
          </a:xfrm>
          <a:prstGeom prst="rect">
            <a:avLst/>
          </a:prstGeom>
          <a:solidFill>
            <a:srgbClr val="39D0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395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WS01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2788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Get-ADUser svc_backup · cmdkey · history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493008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493008"/>
            <a:ext cx="82296" cy="1060704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36027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DC01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99592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5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LSA secrets + SAM + NTDS dumped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4700016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4700016"/>
            <a:ext cx="82296" cy="1060704"/>
          </a:xfrm>
          <a:prstGeom prst="rect">
            <a:avLst/>
          </a:prstGeom>
          <a:solidFill>
            <a:srgbClr val="7CFF9B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4809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in ASIM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52029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caught the LSASS handle in MDE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3031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031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0342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42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76534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76534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4964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964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2757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2757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95868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11304A"/>
          </a:solidFill>
          <a:ln w="19050">
            <a:solidFill>
              <a:srgbClr val="39D0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5868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68979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8979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4209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209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15202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5202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8831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831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06142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6142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34536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34536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700" advClick="1" advTm="11000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 w="12700">
            <a:solidFill>
              <a:srgbClr val="1E32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109728" cy="914400"/>
          </a:xfrm>
          <a:prstGeom prst="roundRect">
            <a:avLst/>
          </a:prstGeom>
          <a:solidFill>
            <a:srgbClr val="FF5C6C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C08  </a:t>
            </a:r>
            <a:pPr algn="l" indent="0" marL="0">
              <a:buNone/>
            </a:pPr>
            <a:r>
              <a:rPr lang="en-US" sz="2600" b="1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Discovery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TA0007 · T1087 · T1018 · T1069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recon is our map — it revealed hosts we weren't even told about.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KQL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6309360" cy="3703320"/>
          </a:xfrm>
          <a:prstGeom prst="roundRect">
            <a:avLst>
              <a:gd name="adj" fmla="val 1235"/>
            </a:avLst>
          </a:prstGeom>
          <a:solidFill>
            <a:srgbClr val="05090F"/>
          </a:solidFill>
          <a:ln w="12700">
            <a:solidFill>
              <a:srgbClr val="7CFF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9424"/>
            <a:ext cx="6309360" cy="310896"/>
          </a:xfrm>
          <a:prstGeom prst="roundRect">
            <a:avLst>
              <a:gd name="adj" fmla="val 14706"/>
            </a:avLst>
          </a:prstGeom>
          <a:solidFill>
            <a:srgbClr val="0A152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34086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34086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234086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2494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— kql — hunt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69748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WindowsProcess_CL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TargetProcessCommandLine has_any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("whoami","net view","repadmin",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"Test-NetConnection")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WHAT THE TELEMETRY SHOWED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286000"/>
            <a:ext cx="82296" cy="1060704"/>
          </a:xfrm>
          <a:prstGeom prst="rect">
            <a:avLst/>
          </a:prstGeom>
          <a:solidFill>
            <a:srgbClr val="39D0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395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domain recon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2788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· repadmin · Get-AD*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493008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493008"/>
            <a:ext cx="82296" cy="1060704"/>
          </a:xfrm>
          <a:prstGeom prst="rect">
            <a:avLst/>
          </a:prstGeom>
          <a:solidFill>
            <a:srgbClr val="FFCB6B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36027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DCSync groundwork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99592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replication enumeration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4700016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4700016"/>
            <a:ext cx="82296" cy="1060704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4809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2 unknown hosts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52029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5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GF-BKP01 · GF-WEB01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3031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031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0342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42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76534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76534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4964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964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2757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2757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95868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5868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68979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11304A"/>
          </a:solidFill>
          <a:ln w="19050">
            <a:solidFill>
              <a:srgbClr val="39D0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8979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4209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209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15202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5202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8831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831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06142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6142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34536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34536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700" advClick="1" advTm="11000">
    <p:cover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 w="12700">
            <a:solidFill>
              <a:srgbClr val="1E32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109728" cy="914400"/>
          </a:xfrm>
          <a:prstGeom prst="roundRect">
            <a:avLst/>
          </a:prstGeom>
          <a:solidFill>
            <a:srgbClr val="FF5C6C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C09  </a:t>
            </a:r>
            <a:pPr algn="l" indent="0" marL="0">
              <a:buNone/>
            </a:pPr>
            <a:r>
              <a:rPr lang="en-US" sz="2600" b="1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Lateral Movement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TA0008 · T1021 · T1550 · Impacket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is the spine. Failures-then-a-success = a spray landing.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KQL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6309360" cy="3703320"/>
          </a:xfrm>
          <a:prstGeom prst="roundRect">
            <a:avLst>
              <a:gd name="adj" fmla="val 1235"/>
            </a:avLst>
          </a:prstGeom>
          <a:solidFill>
            <a:srgbClr val="05090F"/>
          </a:solidFill>
          <a:ln w="12700">
            <a:solidFill>
              <a:srgbClr val="7CFF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9424"/>
            <a:ext cx="6309360" cy="310896"/>
          </a:xfrm>
          <a:prstGeom prst="roundRect">
            <a:avLst>
              <a:gd name="adj" fmla="val 14706"/>
            </a:avLst>
          </a:prstGeom>
          <a:solidFill>
            <a:srgbClr val="0A152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34086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34086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234086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2494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— kql — hunt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69748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WindowsAuth_CL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TargetUsername has_any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("svc_backup","t.harris")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summarize by EventResult,SrcIpAddr,DvcHostname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WHAT THE TELEMETRY SHOWED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286000"/>
            <a:ext cx="82296" cy="1060704"/>
          </a:xfrm>
          <a:prstGeom prst="rect">
            <a:avLst/>
          </a:prstGeom>
          <a:solidFill>
            <a:srgbClr val="39D0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395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landed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2788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svc_backup → SRV01 SUCCESS 12:00:19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493008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493008"/>
            <a:ext cx="82296" cy="1060704"/>
          </a:xfrm>
          <a:prstGeom prst="rect">
            <a:avLst/>
          </a:prstGeom>
          <a:solidFill>
            <a:srgbClr val="FFCB6B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36027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t.harris (reset)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99592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166 logons into DC01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4700016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4700016"/>
            <a:ext cx="82296" cy="1060704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4809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52029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5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hands-on-keyboard via Impacket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3031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031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0342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42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76534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76534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4964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964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2757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2757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95868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5868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68979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8979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4209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11304A"/>
          </a:solidFill>
          <a:ln w="19050">
            <a:solidFill>
              <a:srgbClr val="39D0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209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15202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5202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8831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831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06142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6142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34536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34536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700" advClick="1" advTm="11000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 w="12700">
            <a:solidFill>
              <a:srgbClr val="1E32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109728" cy="914400"/>
          </a:xfrm>
          <a:prstGeom prst="roundRect">
            <a:avLst/>
          </a:prstGeom>
          <a:solidFill>
            <a:srgbClr val="FF5C6C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  </a:t>
            </a:r>
            <a:pPr algn="l" indent="0" marL="0">
              <a:buNone/>
            </a:pPr>
            <a:r>
              <a:rPr lang="en-US" sz="2600" b="1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Command &amp; Control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TA0011 · T1071 · T1219 · T1105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used to command the estate. Trick: filter by the talking process.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KQL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6309360" cy="3703320"/>
          </a:xfrm>
          <a:prstGeom prst="roundRect">
            <a:avLst>
              <a:gd name="adj" fmla="val 1235"/>
            </a:avLst>
          </a:prstGeom>
          <a:solidFill>
            <a:srgbClr val="05090F"/>
          </a:solidFill>
          <a:ln w="12700">
            <a:solidFill>
              <a:srgbClr val="7CFF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9424"/>
            <a:ext cx="6309360" cy="310896"/>
          </a:xfrm>
          <a:prstGeom prst="roundRect">
            <a:avLst>
              <a:gd name="adj" fmla="val 14706"/>
            </a:avLst>
          </a:prstGeom>
          <a:solidFill>
            <a:srgbClr val="0A152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34086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34086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234086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2494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— kql — hunt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69748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DeviceNetworkEvents   // Cyber-Range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InitiatingProcessFileName in~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("powershell.exe","python.exe",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"rundll32.exe")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WHAT THE TELEMETRY SHOWED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286000"/>
            <a:ext cx="82296" cy="1060704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395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2788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5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cdn.cloud-endpoint.net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493008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493008"/>
            <a:ext cx="82296" cy="1060704"/>
          </a:xfrm>
          <a:prstGeom prst="rect">
            <a:avLst/>
          </a:prstGeom>
          <a:solidFill>
            <a:srgbClr val="FFCB6B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36027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99592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AdaptixC2 via rundll32 → 57.155.101.212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4700016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4700016"/>
            <a:ext cx="82296" cy="1060704"/>
          </a:xfrm>
          <a:prstGeom prst="rect">
            <a:avLst/>
          </a:prstGeom>
          <a:solidFill>
            <a:srgbClr val="39D0FF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4809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52029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AnyDesk on SRV01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3031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031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0342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42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76534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76534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4964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964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2757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2757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95868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5868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68979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8979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4209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209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15202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11304A"/>
          </a:solidFill>
          <a:ln w="19050">
            <a:solidFill>
              <a:srgbClr val="39D0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5202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8831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831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06142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6142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34536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34536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700" advClick="1" advTm="11000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 w="12700">
            <a:solidFill>
              <a:srgbClr val="1E32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109728" cy="914400"/>
          </a:xfrm>
          <a:prstGeom prst="roundRect">
            <a:avLst/>
          </a:prstGeom>
          <a:solidFill>
            <a:srgbClr val="FF5C6C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  </a:t>
            </a:r>
            <a:pPr algn="l" indent="0" marL="0">
              <a:buNone/>
            </a:pPr>
            <a:r>
              <a:rPr lang="en-US" sz="2600" b="1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Collection &amp; Exfiltration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TA0009/10 · T1005 · T1074 · T1560 · T1567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verb chain: gather → stage → archive → upload. The upload makes it a breach.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KQL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6309360" cy="3703320"/>
          </a:xfrm>
          <a:prstGeom prst="roundRect">
            <a:avLst>
              <a:gd name="adj" fmla="val 1235"/>
            </a:avLst>
          </a:prstGeom>
          <a:solidFill>
            <a:srgbClr val="05090F"/>
          </a:solidFill>
          <a:ln w="12700">
            <a:solidFill>
              <a:srgbClr val="7CFF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9424"/>
            <a:ext cx="6309360" cy="310896"/>
          </a:xfrm>
          <a:prstGeom prst="roundRect">
            <a:avLst>
              <a:gd name="adj" fmla="val 14706"/>
            </a:avLst>
          </a:prstGeom>
          <a:solidFill>
            <a:srgbClr val="0A152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34086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34086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234086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2494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— kql — hunt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69748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DeviceNetworkEvents   // Cyber-Range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RemoteUrl has "blob.core.windows.net"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project TimeGenerated,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InitiatingProcessFileName, RemoteUrl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WHAT THE TELEMETRY SHOWED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286000"/>
            <a:ext cx="82296" cy="1060704"/>
          </a:xfrm>
          <a:prstGeom prst="rect">
            <a:avLst/>
          </a:prstGeom>
          <a:solidFill>
            <a:srgbClr val="39D0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395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+ stage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2788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Finance\Invoices → staged\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493008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493008"/>
            <a:ext cx="82296" cy="1060704"/>
          </a:xfrm>
          <a:prstGeom prst="rect">
            <a:avLst/>
          </a:prstGeom>
          <a:solidFill>
            <a:srgbClr val="FFCB6B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36027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99592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Compress-Archive → exfil.zip (15:14)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4700016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4700016"/>
            <a:ext cx="82296" cy="1060704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4809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52029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5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attacker Azure Blob, 19:34–19:46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3031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031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0342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42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76534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76534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4964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964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2757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2757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95868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5868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68979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8979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4209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209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15202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5202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8831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11304A"/>
          </a:solidFill>
          <a:ln w="19050">
            <a:solidFill>
              <a:srgbClr val="39D0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831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06142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6142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34536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34536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700" advClick="1" advTm="11000">
    <p:cover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 w="12700">
            <a:solidFill>
              <a:srgbClr val="1E32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109728" cy="914400"/>
          </a:xfrm>
          <a:prstGeom prst="roundRect">
            <a:avLst/>
          </a:prstGeom>
          <a:solidFill>
            <a:srgbClr val="FF5C6C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  </a:t>
            </a:r>
            <a:pPr algn="l" indent="0" marL="0">
              <a:buNone/>
            </a:pPr>
            <a:r>
              <a:rPr lang="en-US" sz="2600" b="1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Impact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TA0040 · T1558.001 Golden Ticket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truth: a forged krbtgt ticket = the whole domain.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KQL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6309360" cy="3703320"/>
          </a:xfrm>
          <a:prstGeom prst="roundRect">
            <a:avLst>
              <a:gd name="adj" fmla="val 1235"/>
            </a:avLst>
          </a:prstGeom>
          <a:solidFill>
            <a:srgbClr val="05090F"/>
          </a:solidFill>
          <a:ln w="12700">
            <a:solidFill>
              <a:srgbClr val="7CFF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9424"/>
            <a:ext cx="6309360" cy="310896"/>
          </a:xfrm>
          <a:prstGeom prst="roundRect">
            <a:avLst>
              <a:gd name="adj" fmla="val 14706"/>
            </a:avLst>
          </a:prstGeom>
          <a:solidFill>
            <a:srgbClr val="0A152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34086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34086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234086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2494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— kql — hunt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69748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AlertInfo   // Cyber-Range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Title has "Golden Ticket"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join (AlertEvidence) on AlertId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where DeviceName has "GF-DC01"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WHAT THE TELEMETRY SHOWED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286000"/>
            <a:ext cx="82296" cy="1060704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395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Ticket / krbtgt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2788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5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mint a ticket for ANY account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493008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493008"/>
            <a:ext cx="82296" cy="1060704"/>
          </a:xfrm>
          <a:prstGeom prst="rect">
            <a:avLst/>
          </a:prstGeom>
          <a:solidFill>
            <a:srgbClr val="FFCB6B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36027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breach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99592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 + domain data exfiltrated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4700016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4700016"/>
            <a:ext cx="82296" cy="1060704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4809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outcome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52029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5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resets alone won't evict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3031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031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0342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42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76534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76534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4964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964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2757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2757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95868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5868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68979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8979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4209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209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15202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5202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8831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831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06142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11304A"/>
          </a:solidFill>
          <a:ln w="19050">
            <a:solidFill>
              <a:srgbClr val="39D0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6142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34536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34536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700" advClick="1" advTm="11000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277295" cy="9144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 w="12700">
            <a:solidFill>
              <a:srgbClr val="1E32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109728" cy="914400"/>
          </a:xfrm>
          <a:prstGeom prst="roundRect">
            <a:avLst/>
          </a:prstGeom>
          <a:solidFill>
            <a:srgbClr val="FF5C6C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57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  </a:t>
            </a:r>
            <a:pPr algn="l" indent="0" marL="0">
              <a:buNone/>
            </a:pPr>
            <a:r>
              <a:rPr lang="en-US" sz="2600" b="1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Close the Case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CLOSURE · remediate · detect · hand 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findings into action — and hand the defender reusable detections.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KQL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6309360" cy="3703320"/>
          </a:xfrm>
          <a:prstGeom prst="roundRect">
            <a:avLst>
              <a:gd name="adj" fmla="val 1235"/>
            </a:avLst>
          </a:prstGeom>
          <a:solidFill>
            <a:srgbClr val="05090F"/>
          </a:solidFill>
          <a:ln w="12700">
            <a:solidFill>
              <a:srgbClr val="7CFF9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49424"/>
            <a:ext cx="6309360" cy="310896"/>
          </a:xfrm>
          <a:prstGeom prst="roundRect">
            <a:avLst>
              <a:gd name="adj" fmla="val 14706"/>
            </a:avLst>
          </a:prstGeom>
          <a:solidFill>
            <a:srgbClr val="0A1520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34086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34086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" y="234086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22494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sentinel — kql — hunt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69748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PRIORITY ORDER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Rotate krbtgt  x2   (kills Golden Ticket)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Rebuild DC01 + SRV01 · reset all creds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E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Block infra · fix AI-summariser root cause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WHAT THE TELEMETRY SHOWED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286000"/>
            <a:ext cx="82296" cy="1060704"/>
          </a:xfrm>
          <a:prstGeom prst="rect">
            <a:avLst/>
          </a:prstGeom>
          <a:solidFill>
            <a:srgbClr val="FF5C6C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2395728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— rotate krbtgt x2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2788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5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nothing else matters until then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3493008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3493008"/>
            <a:ext cx="82296" cy="1060704"/>
          </a:xfrm>
          <a:prstGeom prst="rect">
            <a:avLst/>
          </a:prstGeom>
          <a:solidFill>
            <a:srgbClr val="39D0FF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360273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· reset · evict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99592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DC+server · creds · persistence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4700016"/>
            <a:ext cx="4690872" cy="1060704"/>
          </a:xfrm>
          <a:prstGeom prst="roundRect">
            <a:avLst>
              <a:gd name="adj" fmla="val 4310"/>
            </a:avLst>
          </a:prstGeom>
          <a:solidFill>
            <a:srgbClr val="0E1B2A"/>
          </a:solidFill>
          <a:ln w="9525">
            <a:solidFill>
              <a:srgbClr val="1E32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4700016"/>
            <a:ext cx="82296" cy="1060704"/>
          </a:xfrm>
          <a:prstGeom prst="rect">
            <a:avLst/>
          </a:prstGeom>
          <a:solidFill>
            <a:srgbClr val="7CFF9B"/>
          </a:solidFill>
          <a:ln/>
        </p:spPr>
      </p:sp>
      <p:sp>
        <p:nvSpPr>
          <p:cNvPr id="26" name="Text 24"/>
          <p:cNvSpPr/>
          <p:nvPr/>
        </p:nvSpPr>
        <p:spPr>
          <a:xfrm>
            <a:off x="7269480" y="4809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root cause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69480" y="520293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 the AI summariser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3031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3031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0342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42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76534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76534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4964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964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22757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2757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C06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95868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5868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C07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68979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68979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42091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2091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15202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5202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88313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88313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061425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0E2436"/>
          </a:solidFill>
          <a:ln w="9525">
            <a:solidFill>
              <a:srgbClr val="7CFF9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61425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34536" y="6327648"/>
            <a:ext cx="799959" cy="310896"/>
          </a:xfrm>
          <a:prstGeom prst="roundRect">
            <a:avLst>
              <a:gd name="adj" fmla="val 11765"/>
            </a:avLst>
          </a:prstGeom>
          <a:solidFill>
            <a:srgbClr val="11304A"/>
          </a:solidFill>
          <a:ln w="19050">
            <a:solidFill>
              <a:srgbClr val="39D0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34536" y="6327648"/>
            <a:ext cx="7999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C13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700" advClick="1" advTm="11000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◈ CASE GF-INC-2026-0704 — CLOSED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3504" y="15544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logs told the </a:t>
            </a:r>
            <a:pPr indent="0" marL="0">
              <a:buNone/>
            </a:pPr>
            <a:r>
              <a:rPr lang="en-US" sz="5400" b="1" dirty="0">
                <a:solidFill>
                  <a:srgbClr val="39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weaponized AI tool → full domain compromise in ~10 hours. 13 stages, every one reconstructed from telemetry and cited.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0E1B2A"/>
          </a:solidFill>
          <a:ln w="15875">
            <a:solidFill>
              <a:srgbClr val="FF5C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krbtgt ×2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29000" y="40233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0E1B2A"/>
          </a:solidFill>
          <a:ln w="15875">
            <a:solidFill>
              <a:srgbClr val="39D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DC + SRV01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40233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0E1B2A"/>
          </a:solidFill>
          <a:ln w="15875">
            <a:solidFill>
              <a:srgbClr val="FFC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every credential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006840" y="40233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0E1B2A"/>
          </a:solidFill>
          <a:ln w="15875">
            <a:solidFill>
              <a:srgbClr val="7CFF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FF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8972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the AI tool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 by Aboubacar Sakho · DFIR / Threat-Hunt Analyst · LIVEHunt 12 · Teaching &amp; community release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spd="med" p14:dur="700" advClick="1" advTm="9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2026-07-18T19:12:16Z</dcterms:created>
  <dcterms:modified xsi:type="dcterms:W3CDTF">2026-07-18T19:12:16Z</dcterms:modified>
</cp:coreProperties>
</file>